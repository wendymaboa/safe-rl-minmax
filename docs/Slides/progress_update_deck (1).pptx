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7F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E5-4F2E-A8F9-EB9A3597E987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E5-4F2E-A8F9-EB9A3597E98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17.29</c:v>
                </c:pt>
                <c:pt idx="1">
                  <c:v>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E5-4F2E-A8F9-EB9A3597E9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7F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99-435A-893A-46DD7E15531F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99-435A-893A-46DD7E15531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16.43</c:v>
                </c:pt>
                <c:pt idx="1">
                  <c:v>17.29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99-435A-893A-46DD7E155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6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central question of the proposal: can the Minmax penalty, derived purely from the agent's own value function, substitute for KL penalties and learned cost models? Mention BeaverTails-Evaluation is the same split used by Safe RLHF and HC-RLHF, enabling direct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quickly — green rows are complete, red rows are blocked by infrastructure, not by the algorithm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so the limitations later make sense — the GPT-2 numbers come from a lightweight TRL+Detoxify pipeline, not the full Safe RLHF reference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so far. Same 700-prompt BeaverTails-Evaluation split used by Safe RLHF and HC-RLHF papers — gives a directly comparable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'longer training needs tuning' — not as evidence the mechanism fails. V_MIN/V_MAX bounds accumulate globally across training and never reset, so as the policy explores further the bounds can widen quickly; without further tuning this destabilises the PPO ratio at longer horizons.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detail slide — keep brief. Use to show category-level granularity is available even though the topline 1000-step number was unfavourable.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framing slide — be direct that the 500-step result is feasibility evidence, not a confirmed finding. The 1000-step instability and incomplete Qwen/Gemma runs define the scope of what's left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infrastructure constraints, not algorithmic problems — important to separate from the 1000-step instability finding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Folders with failed/incomplete runs for reference (not for slide): gemma-2b_1000steps (DeepSpeed error in stderr), Qwen1.5-1.8B_1000steps (partial logs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972800" y="548640"/>
            <a:ext cx="2377440" cy="2377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Safety Alignment — Progress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with Minmax Safety Penalties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GPT-2 experiments, and 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the Witwatersrand · RAIL Laboratory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testing?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safe RLHF uses PPO + a KL divergence penalty to keep the policy close to a reference model.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Algorithm 1: the ROSARL Minmax penalty as an alternative safety mechanism, replacing the KL penalty and any learned cost model.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the Minmax penalty reduce harmful generations relative to a KL-only PPO baseline, on the same data and evaluation?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41732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58952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0" y="24688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(train split, 27,186 prompts)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(700 prompts) — shared with Safe RLHF / HC-RLHF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metric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toxicity classifier; harm = toxicity score &gt; 0.3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last update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08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(Minmax penalty) implemented in the training code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0" y="1508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854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042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85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GPT-2 500-step pilot (local PC, TRL + Detoxify) — trained and evaluated on BeaverTails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0" y="21854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8620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8094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862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1000-step run (Colab, TRL + Detoxify) — trained and evaluated locally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0" y="28620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5387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387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 and comparison plots built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601200" y="35387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21538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3425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215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 1000-step run (Colab)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9601200" y="42153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at ~4 steps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1091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892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Gemma-2B 1000-step run (PKU safe-rlhf + DeepSpeed)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601200" y="4892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 startup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48640" y="55686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55686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 (GPT-2 / Qwen / Gemma)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601200" y="556869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GPU + infra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training pipelines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 — Lightweight pilot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reported GPT-2 results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HuggingFace TRL PPOTrainer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Detoxify (negated toxicity score)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GPT-2 small, full fine-tune (LoRA planned for larger models)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500 steps (local)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 — Safe RLHF reference codebase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Thesis-aligned, not yet working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PKU-Alignment safe-rlhf codebase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DeepSpeed, PKU reward model + critic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for: Gemma-2B, Qwen 1.8B at 1000 steps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environment failures on Colab; not used for any reported numbers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580644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reported GPT-2 harm rates come from Pipeline A. They are comparable across our own runs, but not directly comparable to published PKU-SafeRLHF paper numbers without aligning the reward model.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proof-of-concept (500 steps)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37160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858000" y="17373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858000" y="2880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reduction in harm rate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520440"/>
          <a:ext cx="416052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KL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Minmax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training — mixed outcome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GPT-2, 1000-step run (Colab)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9164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0" y="190195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1000 steps, the Minmax penalty did not beat the baseline on this run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29400" y="2697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reward stayed near zero; KL grew moderately (~5–6)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V_MIN drifted to approximately −24 by the end of training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spiked sharply (up to ~68) — sign of instability / hyperparameter sensitivity at longer horizons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harm come from?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breakdown — GPT-2, 1000-step run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covers 14 harm categories (50 prompts each)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baseline categories at 1000 steps: sexually explicit, discrimination, hate speech, animal abuse — roughly 36–48%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did not consistently win across all categories at 1000 steps — consistent with the instability seen in training dynamics on the previous slide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94560"/>
            <a:ext cx="640080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6E1115-3AFC-8160-47B9-14F9782E7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23085"/>
            <a:ext cx="5073124" cy="1811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interpretation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AF7E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claim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is implemented end-to-end: train → checkpoint → BeaverTails eval → plots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500-step GPT-2: clear safety improvement on a standard benchmark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for reproducible evaluation built locally (in the evaluation scripts)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916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claim yet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233172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improvement at 1000+ steps without further tuning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Qwen 1.8B or Gemma-2B (runs incomplete)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free-tier GPU quota exhausted — cannot continue multi-model 1000-step sweeps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(16GB): small batch sizes; long runs risk session disconnect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14553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issues: first download contained model weights only — training_log.csv had to be retrieved separately from Drive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laptop GPU  is insufficient for training; used only for offline evaluation on a CUDA machine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attempted: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to Google Drive; run BeaverTails evaluation locally after Colab quota ended.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RLHF codebase integration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77240" y="17007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required: the Gemma-2B run crashed at launch (IndentationError inside DeepSpeed on Colab Python 3.12)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dependency stack: reward model, critic, ZeRO — much harder to debug than the lightweight TRL pilot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375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fragility: PyTorch / DeepSpeed / transformers mismatches break runs silently or at import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1.8B: training interrupted at step 4 (session / quota) — no usable final checkpoint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77240" y="5463540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77240" y="54635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pipelines: the Colab notebook (Detoxify + TRL) is not the same setup as the published Safe RLHF reference (learned reward + cost models)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1133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Update: PPO with Minmax Safety Penalties on GPT-2</dc:title>
  <dc:subject>PptxGenJS Presentation</dc:subject>
  <dc:creator>Wendy Maboa</dc:creator>
  <cp:lastModifiedBy>Wiendy Maboa</cp:lastModifiedBy>
  <cp:revision>2</cp:revision>
  <dcterms:created xsi:type="dcterms:W3CDTF">2026-06-13T13:22:59Z</dcterms:created>
  <dcterms:modified xsi:type="dcterms:W3CDTF">2026-06-13T13:43:10Z</dcterms:modified>
</cp:coreProperties>
</file>