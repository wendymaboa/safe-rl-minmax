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0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Reinforcement Learning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Language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hand-tuned KL penalties with a learned Value-Range safety signal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708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Progress Presentation  ·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201168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FA8C8"/>
                </a:solidFill>
              </a:rPr>
              <a:t>1 · INTRODUCTION &amp; 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2560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safety in LLM fine-tuning is hard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current penalty 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92608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maximises any given reward signal — without principled safety constraints, the model exploits loopholes in helpfulness objectives.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limits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RLHF uses a hand-tuned KL penalty to keep the policy near the reference model. This is a proxy for safety, not a principled unsafe-state penalty.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8192" y="12344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108192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245352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burden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task or safety criterion requires human engineers to re-tune penalty weights — defeating the goal of autonomous, general alignment.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4160520"/>
            <a:ext cx="8558784" cy="713232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292608" y="416052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75488" y="42062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we automatically learn a principled unsafe-state penalty from the agent's own value estimates — eliminating manual tuning while improving safety?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01168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FA8C8"/>
                </a:solidFill>
              </a:rPr>
              <a:t>2 · RELATED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2560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and what gap this project addresses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4160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416052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02336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prior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with PPO + KL penalty (InstructGPT, Anthropic HH)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RLHF — separate reward &amp; cost models, Lagrangian optimisation (Dai et al. 2023)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TRL/HuggingFace: GPT-2 detoxification with PPO + verifiable reward (RealToxicityPrompts)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3172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al.: supervised hallucination detection in LLM activations (NeurIPS SoLaR 2023)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675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Value-Range penalty in control tasks (Nangue Tasse et al., RLC 2026 under review)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188720"/>
            <a:ext cx="4169664" cy="3474720"/>
          </a:xfrm>
          <a:prstGeom prst="rect">
            <a:avLst/>
          </a:prstGeom>
          <a:solidFill>
            <a:srgbClr val="F0F9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81728" y="1188720"/>
            <a:ext cx="4169664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91456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 — this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16642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 tested only in robotics/control — never applied to LLM token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22860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replaces KL divergence with a learned unsafe-state penalty in RLHF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29077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 detect hallucinations in activations but ask: can activations steer generation? RL penalty design is one answer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91456" y="35295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Output-level classifiers (Detoxify) as unsafe-state detectors for Algorithm 1 — untested in LLMs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4828032"/>
            <a:ext cx="8558784" cy="137160"/>
          </a:xfrm>
          <a:prstGeom prst="rect">
            <a:avLst/>
          </a:prstGeom>
          <a:solidFill>
            <a:srgbClr val="E0F2F1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92608" y="274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RESEARCH QUESTION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01168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Minmax penalty (</a:t>
            </a:r>
            <a:r>
              <a:rPr lang="en-US" sz="1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V_MAX) from ROSARL replace hand-tuned KL divergence as the safety mechanism in PPO-based LLM fine-tuning — using verifiable rewards to detect unsafe outputs?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0292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30358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will reduce toxic output at least as effectively as KL divergence on the same PPO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630168"/>
            <a:ext cx="50292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3630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6484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requires no manual tuning — V_MIN and V_MAX adapt dynamically as the agent explores.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50292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2611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classifier rewards (Detoxify) provide a sufficient signal for Algorithm 1's unsafe-state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01168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FA8C8"/>
                </a:solidFill>
              </a:rPr>
              <a:t>4 · PROPOSED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2560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experimental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Minmax penalty applied to LLM detoxification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157276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92608" y="12618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78308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RealToxicity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65376" y="1874520"/>
            <a:ext cx="13716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002536" y="1234440"/>
            <a:ext cx="157276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002536" y="12618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02536" y="178308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+ Critic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(nanoGPT)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1874520"/>
            <a:ext cx="13716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712464" y="1234440"/>
            <a:ext cx="1572768" cy="12801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12464" y="12618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Wrapper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12464" y="178308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85232" y="1874520"/>
            <a:ext cx="13716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22392" y="1234440"/>
            <a:ext cx="157276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22392" y="12618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22392" y="178308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signal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1874520"/>
            <a:ext cx="13716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132320" y="1234440"/>
            <a:ext cx="157276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0" y="126187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178308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/ V_MAX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2788920"/>
            <a:ext cx="8558784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92608" y="2788920"/>
            <a:ext cx="64008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the Env Wrapper intercepts the raw reward BEFORE the PPO update — replacing rₜ with </a:t>
            </a:r>
            <a:r>
              <a:rPr lang="en-US" sz="105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 when Detoxify flags unsafe output. PPO's own critic head provides V(s) — no separate value estimator needed.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" y="361188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92608" y="3611880"/>
            <a:ext cx="42062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02336" y="361188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Toxicity (BeaverTails + HarmBench)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" y="39410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small → improved model (TRL / HuggingFace)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4251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classifier as verifiable reward signal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9768" y="45628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PPO+KL  vs  PPO+Minmax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18304" y="361188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718304" y="3611880"/>
            <a:ext cx="420624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828032" y="361188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·  Factual accuracy (TruthfulQA)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55464" y="39410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reward (verifiable, binary)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55464" y="4251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penalty generalisation beyond toxicity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55464" y="45628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Proof-of-concept: nanoGPT + Q&amp;A env ✓ done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01168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FA8C8"/>
                </a:solidFill>
              </a:rPr>
              <a:t>5 · PRELIMINARY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2560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experiment: 500-step pilot on GPT-2 small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 relative harm reduction over KL baseline — unsafe state taxonomy confirmed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92608" y="118872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02336" y="12527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5361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rate reduced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883664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7.14% harmful vs Baseline (KL): 17.29%. 58.7% relative reduction over 500 training steps.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0128" y="12527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5361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breakdown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883664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−38pp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speech: −34pp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Self-harm: +10pp (detector gap)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11887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08192" y="118872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17920" y="12527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5361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complete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883664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floor fixed, threshold −0.3, penalty clipped to −1.0. Clean runs complete.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3383280"/>
            <a:ext cx="8558784" cy="1481328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92608" y="3383280"/>
            <a:ext cx="8558784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Current — Month 2: Scale to 1000+ steps, evaluate on HarmBench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to 1000+ steps on improved model. Evaluate on BeaverTails-Evaluation (700 prompts) and HarmBench (500+ adversarial behaviors). Per-category analysis across all 14 harm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201168" y="4773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FA8C8"/>
                </a:solidFill>
              </a:rPr>
              <a:t>6 · 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2560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final presentation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activities, milestones, and open questions for supervisors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98724"/>
              </p:ext>
            </p:extLst>
          </p:nvPr>
        </p:nvGraphicFramePr>
        <p:xfrm>
          <a:off x="292608" y="1143000"/>
          <a:ext cx="8375904" cy="352307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686">
                <a:tc>
                  <a:txBody>
                    <a:bodyPr/>
                    <a:lstStyle/>
                    <a:p>
                      <a:r>
                        <a:t>Month 1</a:t>
                      </a:r>
                    </a:p>
                    <a:p>
                      <a:r>
                        <a:t>✅ DONE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Fixed V_MIN floor, unsafe threshold (−0.3), PPO ratio clip (−1.0). Ran 500-step baseline + Minmax experiments.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Clean training logs, model checkpoints, unit tests passing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344">
                <a:tc>
                  <a:txBody>
                    <a:bodyPr/>
                    <a:lstStyle/>
                    <a:p>
                      <a:r>
                        <a:t>Month 2</a:t>
                      </a:r>
                    </a:p>
                    <a:p>
                      <a:r>
                        <a:t>🔄 CURRENT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Scale to 1000+ steps on improved model. Evaluate on BeaverTails-Eval (700 prompts, 14 categories) + HarmBench (500+ behaviors).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Per-category harm analysis + HarmBench robustness report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686">
                <a:tc>
                  <a:txBody>
                    <a:bodyPr/>
                    <a:lstStyle/>
                    <a:p>
                      <a:r>
                        <a:rPr dirty="0"/>
                        <a:t>Month 3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Ablation studies (threshold sensitivity). Clarify activation-based detection direction. 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Ablation curves + activation detection preliminary findings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861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RL for LLMs — Midterm Progress</dc:title>
  <dc:subject>PptxGenJS Presentation</dc:subject>
  <dc:creator>PptxGenJS</dc:creator>
  <cp:lastModifiedBy>Wiendy Maboa</cp:lastModifiedBy>
  <cp:revision>2</cp:revision>
  <dcterms:created xsi:type="dcterms:W3CDTF">2026-04-04T10:43:29Z</dcterms:created>
  <dcterms:modified xsi:type="dcterms:W3CDTF">2026-04-26T17:54:07Z</dcterms:modified>
</cp:coreProperties>
</file>